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06" d="100"/>
          <a:sy n="106" d="100"/>
        </p:scale>
        <p:origin x="348" y="-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3357554" y="1428736"/>
            <a:ext cx="5572164" cy="2143140"/>
          </a:xfrm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3357554" y="3714752"/>
            <a:ext cx="5572164" cy="192882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357158" y="6357958"/>
            <a:ext cx="1785950" cy="365125"/>
          </a:xfrm>
        </p:spPr>
        <p:txBody>
          <a:bodyPr/>
          <a:lstStyle/>
          <a:p>
            <a:fld id="{F5603EB2-1212-45C5-B2D7-AC915AE1B7F5}" type="datetimeFigureOut">
              <a:rPr kumimoji="1" lang="ja-JP" altLang="en-US" smtClean="0"/>
              <a:t>2023/9/11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69FBB-2075-40D1-8D38-056C9D123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03EB2-1212-45C5-B2D7-AC915AE1B7F5}" type="datetimeFigureOut">
              <a:rPr kumimoji="1" lang="ja-JP" altLang="en-US" smtClean="0"/>
              <a:t>2023/9/11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69FBB-2075-40D1-8D38-056C9D123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03EB2-1212-45C5-B2D7-AC915AE1B7F5}" type="datetimeFigureOut">
              <a:rPr kumimoji="1" lang="ja-JP" altLang="en-US" smtClean="0"/>
              <a:t>2023/9/11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69FBB-2075-40D1-8D38-056C9D123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03EB2-1212-45C5-B2D7-AC915AE1B7F5}" type="datetimeFigureOut">
              <a:rPr kumimoji="1" lang="ja-JP" altLang="en-US" smtClean="0"/>
              <a:t>2023/9/11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69FBB-2075-40D1-8D38-056C9D123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03EB2-1212-45C5-B2D7-AC915AE1B7F5}" type="datetimeFigureOut">
              <a:rPr kumimoji="1" lang="ja-JP" altLang="en-US" smtClean="0"/>
              <a:t>2023/9/11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69FBB-2075-40D1-8D38-056C9D123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03EB2-1212-45C5-B2D7-AC915AE1B7F5}" type="datetimeFigureOut">
              <a:rPr kumimoji="1" lang="ja-JP" altLang="en-US" smtClean="0"/>
              <a:t>2023/9/11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69FBB-2075-40D1-8D38-056C9D123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03EB2-1212-45C5-B2D7-AC915AE1B7F5}" type="datetimeFigureOut">
              <a:rPr kumimoji="1" lang="ja-JP" altLang="en-US" smtClean="0"/>
              <a:t>2023/9/11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69FBB-2075-40D1-8D38-056C9D123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03EB2-1212-45C5-B2D7-AC915AE1B7F5}" type="datetimeFigureOut">
              <a:rPr kumimoji="1" lang="ja-JP" altLang="en-US" smtClean="0"/>
              <a:t>2023/9/11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69FBB-2075-40D1-8D38-056C9D123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03EB2-1212-45C5-B2D7-AC915AE1B7F5}" type="datetimeFigureOut">
              <a:rPr kumimoji="1" lang="ja-JP" altLang="en-US" smtClean="0"/>
              <a:t>2023/9/11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69FBB-2075-40D1-8D38-056C9D123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03EB2-1212-45C5-B2D7-AC915AE1B7F5}" type="datetimeFigureOut">
              <a:rPr kumimoji="1" lang="ja-JP" altLang="en-US" smtClean="0"/>
              <a:t>2023/9/11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69FBB-2075-40D1-8D38-056C9D123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03EB2-1212-45C5-B2D7-AC915AE1B7F5}" type="datetimeFigureOut">
              <a:rPr kumimoji="1" lang="ja-JP" altLang="en-US" smtClean="0"/>
              <a:t>2023/9/11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69FBB-2075-40D1-8D38-056C9D123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18" Type="http://schemas.openxmlformats.org/officeDocument/2006/relationships/image" Target="../media/image6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gi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gi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03EB2-1212-45C5-B2D7-AC915AE1B7F5}" type="datetimeFigureOut">
              <a:rPr kumimoji="1" lang="ja-JP" altLang="en-US" smtClean="0"/>
              <a:t>2023/9/11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69FBB-2075-40D1-8D38-056C9D123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accent6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Blip>
          <a:blip r:embed="rId14"/>
        </a:buBlip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Tx/>
        <a:buBlip>
          <a:blip r:embed="rId15"/>
        </a:buBlip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Tx/>
        <a:buBlip>
          <a:blip r:embed="rId16"/>
        </a:buBlip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Tx/>
        <a:buBlip>
          <a:blip r:embed="rId17"/>
        </a:buBlip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Tx/>
        <a:buBlip>
          <a:blip r:embed="rId18"/>
        </a:buBlip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5039D51F-FF6F-42B9-DE76-F8112F047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105701"/>
              </p:ext>
            </p:extLst>
          </p:nvPr>
        </p:nvGraphicFramePr>
        <p:xfrm>
          <a:off x="3168352" y="1052736"/>
          <a:ext cx="5940152" cy="469392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5940152">
                  <a:extLst>
                    <a:ext uri="{9D8B030D-6E8A-4147-A177-3AD203B41FA5}">
                      <a16:colId xmlns:a16="http://schemas.microsoft.com/office/drawing/2014/main" val="3847959189"/>
                    </a:ext>
                  </a:extLst>
                </a:gridCol>
              </a:tblGrid>
              <a:tr h="4608512">
                <a:tc>
                  <a:txBody>
                    <a:bodyPr/>
                    <a:lstStyle/>
                    <a:p>
                      <a:pPr algn="l"/>
                      <a:r>
                        <a:rPr lang="en-US" sz="1000" dirty="0">
                          <a:effectLst/>
                        </a:rPr>
                        <a:t> </a:t>
                      </a:r>
                    </a:p>
                    <a:p>
                      <a:pPr algn="l"/>
                      <a:r>
                        <a:rPr lang="en-US" altLang="ja-JP" sz="1000" dirty="0">
                          <a:effectLst/>
                        </a:rPr>
                        <a:t>   </a:t>
                      </a:r>
                      <a:r>
                        <a:rPr lang="ja-JP" altLang="ja-JP" sz="1000" dirty="0">
                          <a:effectLst/>
                        </a:rPr>
                        <a:t>９月１０日</a:t>
                      </a:r>
                      <a:r>
                        <a:rPr lang="en-US" altLang="ja-JP" sz="1000" dirty="0">
                          <a:effectLst/>
                        </a:rPr>
                        <a:t>(</a:t>
                      </a:r>
                      <a:r>
                        <a:rPr lang="ja-JP" altLang="ja-JP" sz="1000" dirty="0">
                          <a:effectLst/>
                        </a:rPr>
                        <a:t>日</a:t>
                      </a:r>
                      <a:r>
                        <a:rPr lang="en-US" altLang="ja-JP" sz="1000" dirty="0">
                          <a:effectLst/>
                        </a:rPr>
                        <a:t>)</a:t>
                      </a:r>
                      <a:r>
                        <a:rPr lang="ja-JP" altLang="en-US" sz="1000" dirty="0">
                          <a:effectLst/>
                        </a:rPr>
                        <a:t>　　弁当・フードパントリー配布実施　</a:t>
                      </a:r>
                      <a:endParaRPr lang="ja-JP" altLang="ja-JP" sz="1000" dirty="0">
                        <a:effectLst/>
                      </a:endParaRPr>
                    </a:p>
                    <a:p>
                      <a:pPr algn="l"/>
                      <a:r>
                        <a:rPr lang="ja-JP" altLang="en-US" sz="1000" dirty="0">
                          <a:effectLst/>
                        </a:rPr>
                        <a:t>　　　会場：らふみーるこども＆みんなの食堂（白河市白河市大信☎</a:t>
                      </a:r>
                      <a:r>
                        <a:rPr lang="en-US" altLang="ja-JP" sz="1000" dirty="0">
                          <a:effectLst/>
                        </a:rPr>
                        <a:t>090-3759-4109</a:t>
                      </a:r>
                      <a:r>
                        <a:rPr lang="ja-JP" altLang="en-US" sz="1000" dirty="0">
                          <a:effectLst/>
                        </a:rPr>
                        <a:t>：利用人数こども５０人）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dirty="0">
                          <a:effectLst/>
                        </a:rPr>
                        <a:t>   </a:t>
                      </a:r>
                      <a:r>
                        <a:rPr lang="ja-JP" altLang="ja-JP" sz="1000" dirty="0">
                          <a:effectLst/>
                        </a:rPr>
                        <a:t>９月２３日</a:t>
                      </a:r>
                      <a:r>
                        <a:rPr lang="en-US" altLang="ja-JP" sz="1000" dirty="0">
                          <a:effectLst/>
                        </a:rPr>
                        <a:t>(</a:t>
                      </a:r>
                      <a:r>
                        <a:rPr lang="ja-JP" altLang="ja-JP" sz="1000" dirty="0">
                          <a:effectLst/>
                        </a:rPr>
                        <a:t>土</a:t>
                      </a:r>
                      <a:r>
                        <a:rPr lang="en-US" altLang="ja-JP" sz="1000" dirty="0">
                          <a:effectLst/>
                        </a:rPr>
                        <a:t>)</a:t>
                      </a:r>
                      <a:r>
                        <a:rPr lang="ja-JP" altLang="en-US" sz="1000" dirty="0">
                          <a:effectLst/>
                        </a:rPr>
                        <a:t>　　弁当・弁当・フードパントリー配布実施　　　　 </a:t>
                      </a:r>
                    </a:p>
                    <a:p>
                      <a:pPr algn="l"/>
                      <a:r>
                        <a:rPr lang="ja-JP" altLang="en-US" sz="1000" dirty="0">
                          <a:effectLst/>
                        </a:rPr>
                        <a:t>　　　会場：ほっこりキッチン宝っ子　　　　　　 （西郷村☎０８０－５５７６－５６０５：利用人数こども５０人）</a:t>
                      </a:r>
                      <a:endParaRPr lang="ja-JP" altLang="ja-JP" sz="1000" dirty="0">
                        <a:effectLst/>
                      </a:endParaRPr>
                    </a:p>
                    <a:p>
                      <a:pPr marL="0" lvl="0" indent="0" algn="l">
                        <a:buFont typeface="+mj-ea"/>
                        <a:buNone/>
                      </a:pPr>
                      <a:endParaRPr lang="en-US" altLang="ja-JP" sz="1000" dirty="0">
                        <a:effectLst/>
                      </a:endParaRPr>
                    </a:p>
                    <a:p>
                      <a:pPr marL="0" lvl="0" indent="0" algn="l">
                        <a:buFont typeface="+mj-ea"/>
                        <a:buNone/>
                      </a:pPr>
                      <a:r>
                        <a:rPr lang="en-US" altLang="ja-JP" sz="1000" dirty="0">
                          <a:effectLst/>
                        </a:rPr>
                        <a:t>   </a:t>
                      </a:r>
                      <a:r>
                        <a:rPr lang="ja-JP" altLang="ja-JP" sz="1000" dirty="0">
                          <a:effectLst/>
                        </a:rPr>
                        <a:t>１０月１９日</a:t>
                      </a:r>
                      <a:r>
                        <a:rPr lang="en-US" altLang="ja-JP" sz="1000" dirty="0">
                          <a:effectLst/>
                        </a:rPr>
                        <a:t>(</a:t>
                      </a:r>
                      <a:r>
                        <a:rPr lang="ja-JP" altLang="ja-JP" sz="1000" dirty="0">
                          <a:effectLst/>
                        </a:rPr>
                        <a:t>木</a:t>
                      </a:r>
                      <a:r>
                        <a:rPr lang="ja-JP" altLang="en-US" sz="1000" dirty="0">
                          <a:effectLst/>
                        </a:rPr>
                        <a:t>）　弁当・フードパントリー配布実施　　　　　　　　 </a:t>
                      </a:r>
                      <a:endParaRPr lang="en-US" altLang="ja-JP" sz="1000" dirty="0">
                        <a:effectLst/>
                      </a:endParaRPr>
                    </a:p>
                    <a:p>
                      <a:pPr marL="0" lvl="0" indent="0" algn="l">
                        <a:buFont typeface="+mj-ea"/>
                        <a:buNone/>
                      </a:pPr>
                      <a:r>
                        <a:rPr lang="ja-JP" altLang="en-US" sz="1000" dirty="0">
                          <a:effectLst/>
                        </a:rPr>
                        <a:t>　　　会場：白河こども食堂　　　　　　　　　　　 （白河市☎０２４８－２３－２７３３利用人数こども５０人）</a:t>
                      </a:r>
                      <a:endParaRPr lang="en-US" altLang="ja-JP" sz="1000" dirty="0">
                        <a:effectLst/>
                      </a:endParaRPr>
                    </a:p>
                    <a:p>
                      <a:pPr marL="0" lvl="0" indent="0" algn="l">
                        <a:buFont typeface="+mj-ea"/>
                        <a:buNone/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</a:p>
                    <a:p>
                      <a:pPr marL="0" lvl="0" indent="0" algn="l">
                        <a:buFont typeface="+mj-ea"/>
                        <a:buNone/>
                      </a:pPr>
                      <a:r>
                        <a:rPr lang="en-US" altLang="ja-JP" sz="1000" dirty="0">
                          <a:effectLst/>
                        </a:rPr>
                        <a:t>   </a:t>
                      </a:r>
                      <a:r>
                        <a:rPr lang="ja-JP" altLang="ja-JP" sz="1000" dirty="0">
                          <a:effectLst/>
                        </a:rPr>
                        <a:t>１０月２２日</a:t>
                      </a:r>
                      <a:r>
                        <a:rPr lang="en-US" altLang="ja-JP" sz="1000" dirty="0">
                          <a:effectLst/>
                        </a:rPr>
                        <a:t>(</a:t>
                      </a:r>
                      <a:r>
                        <a:rPr lang="ja-JP" altLang="ja-JP" sz="1000" dirty="0">
                          <a:effectLst/>
                        </a:rPr>
                        <a:t>日</a:t>
                      </a:r>
                      <a:r>
                        <a:rPr lang="en-US" altLang="ja-JP" sz="1000" dirty="0">
                          <a:effectLst/>
                        </a:rPr>
                        <a:t>)</a:t>
                      </a:r>
                      <a:r>
                        <a:rPr lang="ja-JP" altLang="en-US" sz="1000" dirty="0">
                          <a:effectLst/>
                        </a:rPr>
                        <a:t>　　弁当・フードパントリー配布実施</a:t>
                      </a:r>
                    </a:p>
                    <a:p>
                      <a:pPr algn="l"/>
                      <a:r>
                        <a:rPr lang="ja-JP" altLang="en-US" sz="1000" dirty="0">
                          <a:effectLst/>
                        </a:rPr>
                        <a:t>　　　会場：らふみーるこども＆みんなの食堂（白河市白河市大信☎</a:t>
                      </a:r>
                      <a:r>
                        <a:rPr lang="en-US" altLang="ja-JP" sz="1000" dirty="0">
                          <a:effectLst/>
                        </a:rPr>
                        <a:t>090-3759-4109</a:t>
                      </a:r>
                      <a:r>
                        <a:rPr lang="ja-JP" altLang="en-US" sz="1000" dirty="0">
                          <a:effectLst/>
                        </a:rPr>
                        <a:t>：利用人数こども５０人）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dirty="0">
                          <a:effectLst/>
                        </a:rPr>
                        <a:t>   </a:t>
                      </a:r>
                      <a:r>
                        <a:rPr lang="ja-JP" altLang="ja-JP" sz="1000" dirty="0">
                          <a:effectLst/>
                        </a:rPr>
                        <a:t>１１月１５日</a:t>
                      </a:r>
                      <a:r>
                        <a:rPr lang="en-US" altLang="ja-JP" sz="1000" dirty="0">
                          <a:effectLst/>
                        </a:rPr>
                        <a:t>(</a:t>
                      </a:r>
                      <a:r>
                        <a:rPr lang="ja-JP" altLang="ja-JP" sz="1000" dirty="0">
                          <a:effectLst/>
                        </a:rPr>
                        <a:t>水</a:t>
                      </a:r>
                      <a:r>
                        <a:rPr lang="en-US" altLang="ja-JP" sz="1000" dirty="0">
                          <a:effectLst/>
                        </a:rPr>
                        <a:t>)</a:t>
                      </a:r>
                      <a:r>
                        <a:rPr lang="ja-JP" altLang="en-US" sz="1000" dirty="0">
                          <a:effectLst/>
                        </a:rPr>
                        <a:t>　　弁当・フードパントリー配布実施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00" dirty="0">
                          <a:effectLst/>
                        </a:rPr>
                        <a:t>　　　会場：しらかわ</a:t>
                      </a:r>
                      <a:r>
                        <a:rPr lang="ja-JP" altLang="ja-JP" sz="1000" dirty="0">
                          <a:effectLst/>
                        </a:rPr>
                        <a:t>表郷こども食堂</a:t>
                      </a:r>
                      <a:r>
                        <a:rPr lang="ja-JP" altLang="en-US" sz="1000" dirty="0">
                          <a:effectLst/>
                        </a:rPr>
                        <a:t>　　         </a:t>
                      </a:r>
                      <a:r>
                        <a:rPr lang="ja-JP" altLang="ja-JP" sz="1000" dirty="0">
                          <a:effectLst/>
                        </a:rPr>
                        <a:t>（</a:t>
                      </a:r>
                      <a:r>
                        <a:rPr lang="ja-JP" altLang="en-US" sz="1000" dirty="0">
                          <a:effectLst/>
                        </a:rPr>
                        <a:t>白河市☎</a:t>
                      </a:r>
                      <a:r>
                        <a:rPr lang="en-US" altLang="ja-JP" sz="1000" dirty="0">
                          <a:effectLst/>
                        </a:rPr>
                        <a:t>090-3982-3546</a:t>
                      </a:r>
                      <a:r>
                        <a:rPr lang="ja-JP" altLang="en-US" sz="1000" dirty="0">
                          <a:effectLst/>
                        </a:rPr>
                        <a:t>：</a:t>
                      </a:r>
                      <a:r>
                        <a:rPr lang="ja-JP" altLang="ja-JP" sz="1000" dirty="0">
                          <a:effectLst/>
                        </a:rPr>
                        <a:t>利用人数こども５０人）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100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dirty="0">
                          <a:effectLst/>
                        </a:rPr>
                        <a:t>   </a:t>
                      </a:r>
                      <a:r>
                        <a:rPr lang="ja-JP" altLang="ja-JP" sz="1000" dirty="0">
                          <a:effectLst/>
                        </a:rPr>
                        <a:t>１１月２５日</a:t>
                      </a:r>
                      <a:r>
                        <a:rPr lang="en-US" altLang="ja-JP" sz="1000" dirty="0">
                          <a:effectLst/>
                        </a:rPr>
                        <a:t>(</a:t>
                      </a:r>
                      <a:r>
                        <a:rPr lang="ja-JP" altLang="ja-JP" sz="1000" dirty="0">
                          <a:effectLst/>
                        </a:rPr>
                        <a:t>土</a:t>
                      </a:r>
                      <a:r>
                        <a:rPr lang="en-US" altLang="ja-JP" sz="1000" dirty="0">
                          <a:effectLst/>
                        </a:rPr>
                        <a:t>)</a:t>
                      </a:r>
                      <a:r>
                        <a:rPr lang="ja-JP" altLang="en-US" sz="1000" dirty="0">
                          <a:effectLst/>
                        </a:rPr>
                        <a:t>　　弁当・フードパントリー配布実施　　　　　　　 　</a:t>
                      </a:r>
                      <a:endParaRPr lang="ja-JP" altLang="ja-JP" sz="100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   </a:t>
                      </a:r>
                      <a:r>
                        <a:rPr lang="ja-JP" altLang="en-US" sz="1000" dirty="0">
                          <a:effectLst/>
                        </a:rPr>
                        <a:t>　　会場：しらかわ東こども食堂　　　       　（白河市東☎</a:t>
                      </a:r>
                      <a:r>
                        <a:rPr lang="en-US" altLang="ja-JP" sz="1000" dirty="0">
                          <a:effectLst/>
                        </a:rPr>
                        <a:t>090-4885-2924</a:t>
                      </a:r>
                      <a:r>
                        <a:rPr lang="ja-JP" altLang="en-US" sz="1000" dirty="0">
                          <a:effectLst/>
                        </a:rPr>
                        <a:t>：利用人数こども５０人）</a:t>
                      </a:r>
                      <a:endParaRPr lang="en-US" altLang="ja-JP" sz="100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ja-JP" altLang="en-US" sz="100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   </a:t>
                      </a:r>
                      <a:r>
                        <a:rPr lang="ja-JP" altLang="ja-JP" sz="1000" dirty="0">
                          <a:effectLst/>
                        </a:rPr>
                        <a:t>１２月１６日</a:t>
                      </a:r>
                      <a:r>
                        <a:rPr lang="en-US" altLang="ja-JP" sz="1000" dirty="0">
                          <a:effectLst/>
                        </a:rPr>
                        <a:t>(</a:t>
                      </a:r>
                      <a:r>
                        <a:rPr lang="ja-JP" altLang="ja-JP" sz="1000" dirty="0">
                          <a:effectLst/>
                        </a:rPr>
                        <a:t>土</a:t>
                      </a:r>
                      <a:r>
                        <a:rPr lang="en-US" altLang="ja-JP" sz="1000" dirty="0">
                          <a:effectLst/>
                        </a:rPr>
                        <a:t>)</a:t>
                      </a:r>
                      <a:r>
                        <a:rPr lang="ja-JP" altLang="en-US" sz="1000" dirty="0">
                          <a:effectLst/>
                        </a:rPr>
                        <a:t>　　弁当・フードパントリー配布実施　　　　　　　　 　</a:t>
                      </a:r>
                      <a:endParaRPr lang="en-US" altLang="ja-JP" sz="100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00" dirty="0">
                          <a:effectLst/>
                        </a:rPr>
                        <a:t>　　　会場：しらかわ大信こども食堂　　　       （白河市大信☎</a:t>
                      </a:r>
                      <a:r>
                        <a:rPr lang="en-US" altLang="ja-JP" sz="1000" dirty="0">
                          <a:effectLst/>
                        </a:rPr>
                        <a:t>090-3759-4109</a:t>
                      </a:r>
                      <a:r>
                        <a:rPr lang="ja-JP" altLang="en-US" sz="1000" dirty="0">
                          <a:effectLst/>
                        </a:rPr>
                        <a:t>：利用人数こども５０人）</a:t>
                      </a:r>
                      <a:endParaRPr lang="en-US" altLang="ja-JP" sz="1000" dirty="0">
                        <a:effectLst/>
                      </a:endParaRPr>
                    </a:p>
                    <a:p>
                      <a:pPr algn="l"/>
                      <a:endParaRPr lang="en-US" altLang="ja-JP" sz="100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000" dirty="0">
                          <a:effectLst/>
                        </a:rPr>
                        <a:t>   </a:t>
                      </a:r>
                      <a:r>
                        <a:rPr lang="ja-JP" altLang="ja-JP" sz="1000" dirty="0">
                          <a:effectLst/>
                        </a:rPr>
                        <a:t>１２月２４日</a:t>
                      </a:r>
                      <a:r>
                        <a:rPr lang="en-US" altLang="ja-JP" sz="1000" dirty="0">
                          <a:effectLst/>
                        </a:rPr>
                        <a:t>(</a:t>
                      </a:r>
                      <a:r>
                        <a:rPr lang="ja-JP" altLang="ja-JP" sz="1000" dirty="0">
                          <a:effectLst/>
                        </a:rPr>
                        <a:t>日</a:t>
                      </a:r>
                      <a:r>
                        <a:rPr lang="en-US" altLang="ja-JP" sz="1000" dirty="0">
                          <a:effectLst/>
                        </a:rPr>
                        <a:t>)</a:t>
                      </a:r>
                      <a:r>
                        <a:rPr lang="ja-JP" altLang="en-US" sz="1000" dirty="0">
                          <a:effectLst/>
                        </a:rPr>
                        <a:t>　　弁当・フードパントリー配布実施　　　　　</a:t>
                      </a:r>
                      <a:endParaRPr lang="en-US" altLang="ja-JP" sz="100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00" dirty="0">
                          <a:effectLst/>
                        </a:rPr>
                        <a:t>　　　会場：らふみーるこども＆みんなの食堂（白河市高山西</a:t>
                      </a:r>
                      <a:r>
                        <a:rPr lang="en-US" altLang="ja-JP" sz="1000" dirty="0">
                          <a:effectLst/>
                        </a:rPr>
                        <a:t>062-34</a:t>
                      </a:r>
                      <a:r>
                        <a:rPr lang="ja-JP" altLang="en-US" sz="1000" dirty="0">
                          <a:effectLst/>
                        </a:rPr>
                        <a:t>：利用人数こども５０人）</a:t>
                      </a:r>
                      <a:endParaRPr lang="en-US" altLang="ja-JP" sz="1000" dirty="0">
                        <a:effectLst/>
                      </a:endParaRPr>
                    </a:p>
                    <a:p>
                      <a:pPr marL="0" lvl="0" indent="0" algn="l">
                        <a:buFont typeface="+mj-ea"/>
                        <a:buNone/>
                      </a:pPr>
                      <a:endParaRPr lang="en-US" altLang="ja-JP" sz="100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en-US" altLang="ja-JP" sz="1000" dirty="0">
                          <a:effectLst/>
                        </a:rPr>
                        <a:t>   </a:t>
                      </a:r>
                      <a:r>
                        <a:rPr lang="ja-JP" altLang="ja-JP" sz="1000" dirty="0">
                          <a:effectLst/>
                        </a:rPr>
                        <a:t>１月１４日</a:t>
                      </a:r>
                      <a:r>
                        <a:rPr lang="en-US" altLang="ja-JP" sz="1000" dirty="0">
                          <a:effectLst/>
                        </a:rPr>
                        <a:t>(</a:t>
                      </a:r>
                      <a:r>
                        <a:rPr lang="ja-JP" altLang="ja-JP" sz="1000" dirty="0">
                          <a:effectLst/>
                        </a:rPr>
                        <a:t>日</a:t>
                      </a:r>
                      <a:r>
                        <a:rPr lang="en-US" altLang="ja-JP" sz="1000" dirty="0">
                          <a:effectLst/>
                        </a:rPr>
                        <a:t>)</a:t>
                      </a:r>
                      <a:r>
                        <a:rPr lang="ja-JP" altLang="en-US" sz="1000" dirty="0">
                          <a:effectLst/>
                        </a:rPr>
                        <a:t>　　　弁当・フードパントリー配布実施　　　　　　　　</a:t>
                      </a:r>
                      <a:endParaRPr lang="en-US" altLang="ja-JP" sz="100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ea"/>
                        <a:buNone/>
                        <a:tabLst/>
                        <a:defRPr/>
                      </a:pPr>
                      <a:r>
                        <a:rPr lang="ja-JP" altLang="en-US" sz="1000" dirty="0">
                          <a:effectLst/>
                        </a:rPr>
                        <a:t>　　　会場：しらかわ東こども食堂　　　　　     （白河市東☎</a:t>
                      </a:r>
                      <a:r>
                        <a:rPr lang="en-US" altLang="ja-JP" sz="1000" dirty="0">
                          <a:effectLst/>
                        </a:rPr>
                        <a:t>090-4885-2924</a:t>
                      </a:r>
                      <a:r>
                        <a:rPr lang="ja-JP" altLang="en-US" sz="1000" dirty="0">
                          <a:effectLst/>
                        </a:rPr>
                        <a:t>：利用人数こども５０人）</a:t>
                      </a:r>
                      <a:endParaRPr lang="en-US" altLang="ja-JP" sz="1000" dirty="0">
                        <a:effectLst/>
                      </a:endParaRPr>
                    </a:p>
                    <a:p>
                      <a:pPr algn="l"/>
                      <a:endParaRPr lang="en-US" altLang="ja-JP" sz="1000" dirty="0">
                        <a:effectLst/>
                      </a:endParaRPr>
                    </a:p>
                    <a:p>
                      <a:pPr algn="l"/>
                      <a:r>
                        <a:rPr lang="en-US" altLang="ja-JP" sz="1000" dirty="0">
                          <a:effectLst/>
                        </a:rPr>
                        <a:t>   </a:t>
                      </a:r>
                      <a:r>
                        <a:rPr lang="ja-JP" altLang="ja-JP" sz="1000" dirty="0">
                          <a:effectLst/>
                        </a:rPr>
                        <a:t>１月２０日</a:t>
                      </a:r>
                      <a:r>
                        <a:rPr lang="en-US" altLang="ja-JP" sz="1000" dirty="0">
                          <a:effectLst/>
                        </a:rPr>
                        <a:t>(</a:t>
                      </a:r>
                      <a:r>
                        <a:rPr lang="ja-JP" altLang="ja-JP" sz="1000" dirty="0">
                          <a:effectLst/>
                        </a:rPr>
                        <a:t>土</a:t>
                      </a:r>
                      <a:r>
                        <a:rPr lang="en-US" altLang="ja-JP" sz="1000" dirty="0">
                          <a:effectLst/>
                        </a:rPr>
                        <a:t>) </a:t>
                      </a:r>
                      <a:r>
                        <a:rPr lang="ja-JP" altLang="en-US" sz="1000" dirty="0">
                          <a:effectLst/>
                        </a:rPr>
                        <a:t>　　　弁当・フードパントリー配布実施　　　　　　　　</a:t>
                      </a:r>
                      <a:endParaRPr lang="en-US" altLang="ja-JP" sz="1000" dirty="0">
                        <a:effectLst/>
                      </a:endParaRPr>
                    </a:p>
                    <a:p>
                      <a:pPr algn="l"/>
                      <a:r>
                        <a:rPr lang="ja-JP" altLang="en-US" sz="1000" dirty="0">
                          <a:effectLst/>
                        </a:rPr>
                        <a:t>　　　 会場：しらかわ大信こども食堂　　　     （白河市大信☎</a:t>
                      </a:r>
                      <a:r>
                        <a:rPr lang="en-US" altLang="ja-JP" sz="1000" dirty="0">
                          <a:effectLst/>
                        </a:rPr>
                        <a:t>090-3759-4109</a:t>
                      </a:r>
                      <a:r>
                        <a:rPr lang="ja-JP" altLang="en-US" sz="1000" dirty="0">
                          <a:effectLst/>
                        </a:rPr>
                        <a:t>：利用人数こども５０人）</a:t>
                      </a:r>
                    </a:p>
                    <a:p>
                      <a:pPr algn="l"/>
                      <a:endParaRPr lang="ja-JP" altLang="en-US" sz="800" dirty="0">
                        <a:effectLst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70584867"/>
                  </a:ext>
                </a:extLst>
              </a:tr>
            </a:tbl>
          </a:graphicData>
        </a:graphic>
      </p:graphicFrame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A2FDAB5-99C7-76FB-7A45-A17777A7EAD1}"/>
              </a:ext>
            </a:extLst>
          </p:cNvPr>
          <p:cNvSpPr txBox="1"/>
          <p:nvPr/>
        </p:nvSpPr>
        <p:spPr>
          <a:xfrm>
            <a:off x="396017" y="382600"/>
            <a:ext cx="83519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>
                <a:solidFill>
                  <a:srgbClr val="00B050"/>
                </a:solidFill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ひとり親家庭などのこどもの食事等支援事業開催案内</a:t>
            </a:r>
            <a:endParaRPr lang="en-US" altLang="ja-JP" sz="2800" dirty="0">
              <a:solidFill>
                <a:srgbClr val="00B050"/>
              </a:solidFill>
              <a:latin typeface="HGP創英ﾌﾟﾚｾﾞﾝｽEB" panose="02020800000000000000" pitchFamily="18" charset="-128"/>
              <a:ea typeface="HGP創英ﾌﾟﾚｾﾞﾝｽEB" panose="02020800000000000000" pitchFamily="18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E20511F-7726-77D1-9B70-29900316F644}"/>
              </a:ext>
            </a:extLst>
          </p:cNvPr>
          <p:cNvSpPr txBox="1"/>
          <p:nvPr/>
        </p:nvSpPr>
        <p:spPr>
          <a:xfrm>
            <a:off x="3779912" y="5825552"/>
            <a:ext cx="583264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一般社団法人全国食支援活動協力会間接補助事業者</a:t>
            </a:r>
            <a:endParaRPr kumimoji="1" lang="en-US" altLang="ja-JP" sz="1400" dirty="0">
              <a:latin typeface="HGP創英ﾌﾟﾚｾﾞﾝｽEB" panose="02020800000000000000" pitchFamily="18" charset="-128"/>
              <a:ea typeface="HGP創英ﾌﾟﾚｾﾞﾝｽEB" panose="02020800000000000000" pitchFamily="18" charset="-128"/>
            </a:endParaRPr>
          </a:p>
          <a:p>
            <a:r>
              <a:rPr lang="ja-JP" altLang="en-US" sz="1400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　　　お問合せ先</a:t>
            </a:r>
            <a:endParaRPr kumimoji="1" lang="en-US" altLang="ja-JP" sz="1400" dirty="0">
              <a:latin typeface="HGP創英ﾌﾟﾚｾﾞﾝｽEB" panose="02020800000000000000" pitchFamily="18" charset="-128"/>
              <a:ea typeface="HGP創英ﾌﾟﾚｾﾞﾝｽEB" panose="02020800000000000000" pitchFamily="18" charset="-128"/>
            </a:endParaRPr>
          </a:p>
          <a:p>
            <a:r>
              <a:rPr lang="ja-JP" altLang="en-US" sz="1400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　　　一般社団法人あんだんて　</a:t>
            </a:r>
            <a:r>
              <a:rPr kumimoji="1" lang="ja-JP" altLang="en-US" sz="1400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代表理事　山本光子</a:t>
            </a:r>
            <a:endParaRPr kumimoji="1" lang="en-US" altLang="ja-JP" sz="1400" dirty="0">
              <a:latin typeface="HGP創英ﾌﾟﾚｾﾞﾝｽEB" panose="02020800000000000000" pitchFamily="18" charset="-128"/>
              <a:ea typeface="HGP創英ﾌﾟﾚｾﾞﾝｽEB" panose="02020800000000000000" pitchFamily="18" charset="-128"/>
            </a:endParaRPr>
          </a:p>
          <a:p>
            <a:r>
              <a:rPr lang="ja-JP" altLang="en-US" sz="1400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　　　白河市高山西１６２番地３４　　☎　</a:t>
            </a:r>
            <a:r>
              <a:rPr lang="en-US" altLang="ja-JP" sz="1600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090-3759-4109</a:t>
            </a:r>
            <a:endParaRPr kumimoji="1" lang="ja-JP" altLang="en-US" sz="1600" dirty="0">
              <a:latin typeface="HGP創英ﾌﾟﾚｾﾞﾝｽEB" panose="02020800000000000000" pitchFamily="18" charset="-128"/>
              <a:ea typeface="HGP創英ﾌﾟﾚｾﾞﾝｽEB" panose="02020800000000000000" pitchFamily="18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58887C6-5467-9782-F454-40E3B2E2541D}"/>
              </a:ext>
            </a:extLst>
          </p:cNvPr>
          <p:cNvSpPr txBox="1"/>
          <p:nvPr/>
        </p:nvSpPr>
        <p:spPr>
          <a:xfrm>
            <a:off x="-396552" y="5225584"/>
            <a:ext cx="3456384" cy="2108299"/>
          </a:xfrm>
          <a:prstGeom prst="cloud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　★</a:t>
            </a:r>
            <a:r>
              <a:rPr kumimoji="1" lang="ja-JP" altLang="en-US" dirty="0">
                <a:solidFill>
                  <a:srgbClr val="00B0F0"/>
                </a:solidFill>
              </a:rPr>
              <a:t>配布するもの</a:t>
            </a:r>
            <a:r>
              <a:rPr kumimoji="1" lang="ja-JP" altLang="en-US" dirty="0">
                <a:solidFill>
                  <a:srgbClr val="FF0000"/>
                </a:solidFill>
              </a:rPr>
              <a:t>★</a:t>
            </a:r>
            <a:r>
              <a:rPr kumimoji="1" lang="ja-JP" altLang="en-US" dirty="0"/>
              <a:t>　　　　　</a:t>
            </a:r>
            <a:endParaRPr kumimoji="1" lang="en-US" altLang="ja-JP" dirty="0"/>
          </a:p>
          <a:p>
            <a:r>
              <a:rPr lang="ja-JP" altLang="en-US" dirty="0"/>
              <a:t>　　　　　</a:t>
            </a:r>
            <a:r>
              <a:rPr kumimoji="1" lang="ja-JP" altLang="en-US" sz="1600" dirty="0">
                <a:solidFill>
                  <a:srgbClr val="0070C0"/>
                </a:solidFill>
              </a:rPr>
              <a:t>お弁当／</a:t>
            </a:r>
            <a:r>
              <a:rPr lang="ja-JP" altLang="en-US" sz="1600" dirty="0">
                <a:solidFill>
                  <a:srgbClr val="0070C0"/>
                </a:solidFill>
              </a:rPr>
              <a:t>お米</a:t>
            </a:r>
            <a:endParaRPr lang="en-US" altLang="ja-JP" sz="1600" dirty="0">
              <a:solidFill>
                <a:srgbClr val="0070C0"/>
              </a:solidFill>
            </a:endParaRPr>
          </a:p>
          <a:p>
            <a:r>
              <a:rPr kumimoji="1" lang="ja-JP" altLang="en-US" sz="1600" dirty="0">
                <a:solidFill>
                  <a:srgbClr val="0070C0"/>
                </a:solidFill>
              </a:rPr>
              <a:t>　　 　　　 </a:t>
            </a:r>
            <a:r>
              <a:rPr lang="ja-JP" altLang="en-US" sz="1600" dirty="0">
                <a:solidFill>
                  <a:srgbClr val="0070C0"/>
                </a:solidFill>
              </a:rPr>
              <a:t>お菓子詰合せ</a:t>
            </a:r>
            <a:endParaRPr lang="en-US" altLang="ja-JP" sz="1600" dirty="0">
              <a:solidFill>
                <a:srgbClr val="0070C0"/>
              </a:solidFill>
            </a:endParaRPr>
          </a:p>
          <a:p>
            <a:r>
              <a:rPr lang="ja-JP" altLang="en-US" sz="1600" dirty="0">
                <a:solidFill>
                  <a:srgbClr val="0070C0"/>
                </a:solidFill>
              </a:rPr>
              <a:t>　　         野菜詰合せ</a:t>
            </a:r>
            <a:endParaRPr lang="en-US" altLang="ja-JP" sz="1600" dirty="0">
              <a:solidFill>
                <a:srgbClr val="0070C0"/>
              </a:solidFill>
            </a:endParaRPr>
          </a:p>
          <a:p>
            <a:endParaRPr lang="en-US" altLang="ja-JP" sz="1600" dirty="0">
              <a:solidFill>
                <a:srgbClr val="0070C0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9D21D77-EB58-032E-125A-9F26E19361EA}"/>
              </a:ext>
            </a:extLst>
          </p:cNvPr>
          <p:cNvSpPr txBox="1"/>
          <p:nvPr/>
        </p:nvSpPr>
        <p:spPr>
          <a:xfrm>
            <a:off x="2771800" y="124476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令和５年度こども家庭庁</a:t>
            </a:r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6991462-761C-537A-507C-709BC72B05A7}"/>
              </a:ext>
            </a:extLst>
          </p:cNvPr>
          <p:cNvSpPr txBox="1"/>
          <p:nvPr/>
        </p:nvSpPr>
        <p:spPr>
          <a:xfrm>
            <a:off x="1259632" y="1268760"/>
            <a:ext cx="1908720" cy="1200329"/>
          </a:xfrm>
          <a:prstGeom prst="rightArrowCallout">
            <a:avLst>
              <a:gd name="adj1" fmla="val 29625"/>
              <a:gd name="adj2" fmla="val 25000"/>
              <a:gd name="adj3" fmla="val 28493"/>
              <a:gd name="adj4" fmla="val 78141"/>
            </a:avLst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srgbClr val="00B0F0"/>
                </a:solidFill>
              </a:rPr>
              <a:t>　</a:t>
            </a:r>
            <a:r>
              <a:rPr kumimoji="1" lang="ja-JP" altLang="en-US" dirty="0">
                <a:solidFill>
                  <a:srgbClr val="00B0F0"/>
                </a:solidFill>
              </a:rPr>
              <a:t>配布</a:t>
            </a:r>
            <a:r>
              <a:rPr lang="ja-JP" altLang="en-US" dirty="0">
                <a:solidFill>
                  <a:srgbClr val="00B0F0"/>
                </a:solidFill>
              </a:rPr>
              <a:t>日程</a:t>
            </a:r>
            <a:endParaRPr lang="en-US" altLang="ja-JP" dirty="0">
              <a:solidFill>
                <a:srgbClr val="00B0F0"/>
              </a:solidFill>
            </a:endParaRPr>
          </a:p>
          <a:p>
            <a:r>
              <a:rPr lang="ja-JP" altLang="en-US" dirty="0">
                <a:solidFill>
                  <a:srgbClr val="00B0F0"/>
                </a:solidFill>
              </a:rPr>
              <a:t>　場所を確認</a:t>
            </a:r>
            <a:endParaRPr lang="en-US" altLang="ja-JP" dirty="0">
              <a:solidFill>
                <a:srgbClr val="00B0F0"/>
              </a:solidFill>
            </a:endParaRPr>
          </a:p>
          <a:p>
            <a:r>
              <a:rPr lang="ja-JP" altLang="en-US" dirty="0">
                <a:solidFill>
                  <a:srgbClr val="00B0F0"/>
                </a:solidFill>
              </a:rPr>
              <a:t>　してご予約</a:t>
            </a:r>
            <a:endParaRPr lang="en-US" altLang="ja-JP" dirty="0">
              <a:solidFill>
                <a:srgbClr val="00B0F0"/>
              </a:solidFill>
            </a:endParaRPr>
          </a:p>
          <a:p>
            <a:r>
              <a:rPr lang="ja-JP" altLang="en-US" dirty="0">
                <a:solidFill>
                  <a:srgbClr val="00B0F0"/>
                </a:solidFill>
              </a:rPr>
              <a:t>　くだい</a:t>
            </a:r>
            <a:endParaRPr lang="en-US" altLang="ja-JP" sz="1600" dirty="0">
              <a:solidFill>
                <a:srgbClr val="0070C0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585A856-E2E8-8407-8136-7906391085F4}"/>
              </a:ext>
            </a:extLst>
          </p:cNvPr>
          <p:cNvSpPr txBox="1"/>
          <p:nvPr/>
        </p:nvSpPr>
        <p:spPr>
          <a:xfrm>
            <a:off x="375692" y="3009132"/>
            <a:ext cx="2448272" cy="1827193"/>
          </a:xfrm>
          <a:prstGeom prst="cloud">
            <a:avLst/>
          </a:prstGeom>
          <a:solidFill>
            <a:srgbClr val="99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solidFill>
                  <a:srgbClr val="FF0000"/>
                </a:solidFill>
              </a:rPr>
              <a:t>＝対象者＝　　　</a:t>
            </a:r>
            <a:endParaRPr lang="en-US" altLang="ja-JP" dirty="0">
              <a:solidFill>
                <a:srgbClr val="FF0000"/>
              </a:solidFill>
            </a:endParaRPr>
          </a:p>
          <a:p>
            <a:pPr algn="ctr"/>
            <a:r>
              <a:rPr lang="ja-JP" altLang="en-US" dirty="0">
                <a:solidFill>
                  <a:srgbClr val="FF0000"/>
                </a:solidFill>
              </a:rPr>
              <a:t>要支援、ひとり親多子家庭等のこども</a:t>
            </a:r>
            <a:endParaRPr lang="en-US" altLang="ja-JP" sz="1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栄養学のプレゼンテーション">
  <a:themeElements>
    <a:clrScheme name="キュート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 クラシック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1119c2e5-8fb9-4d5f-baf1-202c530f2c34">english</DirectSourceMarket>
    <ApprovalStatus xmlns="1119c2e5-8fb9-4d5f-baf1-202c530f2c34">InProgress</ApprovalStatus>
    <MarketSpecific xmlns="1119c2e5-8fb9-4d5f-baf1-202c530f2c34" xsi:nil="true"/>
    <PrimaryImageGen xmlns="1119c2e5-8fb9-4d5f-baf1-202c530f2c34">true</PrimaryImageGen>
    <ThumbnailAssetId xmlns="1119c2e5-8fb9-4d5f-baf1-202c530f2c34" xsi:nil="true"/>
    <TPFriendlyName xmlns="1119c2e5-8fb9-4d5f-baf1-202c530f2c34">野菜のデザイン テンプレート</TPFriendlyName>
    <NumericId xmlns="1119c2e5-8fb9-4d5f-baf1-202c530f2c34">-1</NumericId>
    <BusinessGroup xmlns="1119c2e5-8fb9-4d5f-baf1-202c530f2c34" xsi:nil="true"/>
    <SourceTitle xmlns="1119c2e5-8fb9-4d5f-baf1-202c530f2c34">野菜のデザイン テンプレート</SourceTitle>
    <APEditor xmlns="1119c2e5-8fb9-4d5f-baf1-202c530f2c34">
      <UserInfo>
        <DisplayName>FAREAST\kaorisat</DisplayName>
        <AccountId>71</AccountId>
        <AccountType/>
      </UserInfo>
    </APEditor>
    <OpenTemplate xmlns="1119c2e5-8fb9-4d5f-baf1-202c530f2c34">true</OpenTemplate>
    <UALocComments xmlns="1119c2e5-8fb9-4d5f-baf1-202c530f2c34" xsi:nil="true"/>
    <ParentAssetId xmlns="1119c2e5-8fb9-4d5f-baf1-202c530f2c34" xsi:nil="true"/>
    <IntlLangReviewDate xmlns="1119c2e5-8fb9-4d5f-baf1-202c530f2c34" xsi:nil="true"/>
    <LastPublishResultLookup xmlns="1119c2e5-8fb9-4d5f-baf1-202c530f2c34" xsi:nil="true"/>
    <PublishStatusLookup xmlns="1119c2e5-8fb9-4d5f-baf1-202c530f2c34">
      <Value>209496</Value>
      <Value>447394</Value>
    </PublishStatusLookup>
    <MachineTranslated xmlns="1119c2e5-8fb9-4d5f-baf1-202c530f2c34">false</MachineTranslated>
    <OriginalSourceMarket xmlns="1119c2e5-8fb9-4d5f-baf1-202c530f2c34">english</OriginalSourceMarket>
    <TPInstallLocation xmlns="1119c2e5-8fb9-4d5f-baf1-202c530f2c34">{My Templates}</TPInstallLocation>
    <APDescription xmlns="1119c2e5-8fb9-4d5f-baf1-202c530f2c34" xsi:nil="true"/>
    <ClipArtFilename xmlns="1119c2e5-8fb9-4d5f-baf1-202c530f2c34" xsi:nil="true"/>
    <ContentItem xmlns="1119c2e5-8fb9-4d5f-baf1-202c530f2c34" xsi:nil="true"/>
    <PublishTargets xmlns="1119c2e5-8fb9-4d5f-baf1-202c530f2c34">OfficeOnline</PublishTargets>
    <TimesCloned xmlns="1119c2e5-8fb9-4d5f-baf1-202c530f2c34" xsi:nil="true"/>
    <Provider xmlns="1119c2e5-8fb9-4d5f-baf1-202c530f2c34">EY006220130</Provider>
    <LastHandOff xmlns="1119c2e5-8fb9-4d5f-baf1-202c530f2c34" xsi:nil="true"/>
    <AssetStart xmlns="1119c2e5-8fb9-4d5f-baf1-202c530f2c34">2009-10-22T01:16:46+00:00</AssetStart>
    <AcquiredFrom xmlns="1119c2e5-8fb9-4d5f-baf1-202c530f2c34" xsi:nil="true"/>
    <TPClientViewer xmlns="1119c2e5-8fb9-4d5f-baf1-202c530f2c34">Microsoft Office PowerPoint</TPClientViewer>
    <IsDeleted xmlns="1119c2e5-8fb9-4d5f-baf1-202c530f2c34">false</IsDeleted>
    <TemplateStatus xmlns="1119c2e5-8fb9-4d5f-baf1-202c530f2c34" xsi:nil="true"/>
    <SubmitterId xmlns="1119c2e5-8fb9-4d5f-baf1-202c530f2c34" xsi:nil="true"/>
    <TPExecutable xmlns="1119c2e5-8fb9-4d5f-baf1-202c530f2c34" xsi:nil="true"/>
    <AssetType xmlns="1119c2e5-8fb9-4d5f-baf1-202c530f2c34">TP</AssetType>
    <CSXUpdate xmlns="1119c2e5-8fb9-4d5f-baf1-202c530f2c34">false</CSXUpdate>
    <ApprovalLog xmlns="1119c2e5-8fb9-4d5f-baf1-202c530f2c34" xsi:nil="true"/>
    <CSXSubmissionDate xmlns="1119c2e5-8fb9-4d5f-baf1-202c530f2c34" xsi:nil="true"/>
    <BugNumber xmlns="1119c2e5-8fb9-4d5f-baf1-202c530f2c34" xsi:nil="true"/>
    <TPComponent xmlns="1119c2e5-8fb9-4d5f-baf1-202c530f2c34">PPTFiles</TPComponent>
    <Milestone xmlns="1119c2e5-8fb9-4d5f-baf1-202c530f2c34" xsi:nil="true"/>
    <OriginAsset xmlns="1119c2e5-8fb9-4d5f-baf1-202c530f2c34" xsi:nil="true"/>
    <AssetId xmlns="1119c2e5-8fb9-4d5f-baf1-202c530f2c34">TP010288130</AssetId>
    <TPLaunchHelpLink xmlns="1119c2e5-8fb9-4d5f-baf1-202c530f2c34" xsi:nil="true"/>
    <TPApplication xmlns="1119c2e5-8fb9-4d5f-baf1-202c530f2c34">PowerPoint</TPApplication>
    <IntlLocPriority xmlns="1119c2e5-8fb9-4d5f-baf1-202c530f2c34" xsi:nil="true"/>
    <IntlLangReviewer xmlns="1119c2e5-8fb9-4d5f-baf1-202c530f2c34" xsi:nil="true"/>
    <HandoffToMSDN xmlns="1119c2e5-8fb9-4d5f-baf1-202c530f2c34" xsi:nil="true"/>
    <PlannedPubDate xmlns="1119c2e5-8fb9-4d5f-baf1-202c530f2c34" xsi:nil="true"/>
    <CrawlForDependencies xmlns="1119c2e5-8fb9-4d5f-baf1-202c530f2c34">false</CrawlForDependencies>
    <TrustLevel xmlns="1119c2e5-8fb9-4d5f-baf1-202c530f2c34">1 Microsoft Managed Content</TrustLevel>
    <IsSearchable xmlns="1119c2e5-8fb9-4d5f-baf1-202c530f2c34">false</IsSearchable>
    <TPNamespace xmlns="1119c2e5-8fb9-4d5f-baf1-202c530f2c34">POWERPNT</TPNamespace>
    <Markets xmlns="1119c2e5-8fb9-4d5f-baf1-202c530f2c34"/>
    <IntlLangReview xmlns="1119c2e5-8fb9-4d5f-baf1-202c530f2c34" xsi:nil="true"/>
    <AverageRating xmlns="1119c2e5-8fb9-4d5f-baf1-202c530f2c34" xsi:nil="true"/>
    <UAProjectedTotalWords xmlns="1119c2e5-8fb9-4d5f-baf1-202c530f2c34" xsi:nil="true"/>
    <OutputCachingOn xmlns="1119c2e5-8fb9-4d5f-baf1-202c530f2c34">false</OutputCachingOn>
    <TPCommandLine xmlns="1119c2e5-8fb9-4d5f-baf1-202c530f2c34">{PP} /n {FilePath}</TPCommandLine>
    <TPAppVersion xmlns="1119c2e5-8fb9-4d5f-baf1-202c530f2c34">12</TPAppVersion>
    <APAuthor xmlns="1119c2e5-8fb9-4d5f-baf1-202c530f2c34">
      <UserInfo>
        <DisplayName/>
        <AccountId>-1</AccountId>
        <AccountType/>
      </UserInfo>
    </APAuthor>
    <EditorialStatus xmlns="1119c2e5-8fb9-4d5f-baf1-202c530f2c34" xsi:nil="true"/>
    <TPLaunchHelpLinkType xmlns="1119c2e5-8fb9-4d5f-baf1-202c530f2c34">Template</TPLaunchHelpLinkType>
    <LastModifiedDateTime xmlns="1119c2e5-8fb9-4d5f-baf1-202c530f2c34" xsi:nil="true"/>
    <UACurrentWords xmlns="1119c2e5-8fb9-4d5f-baf1-202c530f2c34">0</UACurrentWords>
    <UALocRecommendation xmlns="1119c2e5-8fb9-4d5f-baf1-202c530f2c34">Localize</UALocRecommendation>
    <ArtSampleDocs xmlns="1119c2e5-8fb9-4d5f-baf1-202c530f2c34" xsi:nil="true"/>
    <UANotes xmlns="1119c2e5-8fb9-4d5f-baf1-202c530f2c34" xsi:nil="true"/>
    <ShowIn xmlns="1119c2e5-8fb9-4d5f-baf1-202c530f2c34">On Web no search</ShowIn>
    <CSXHash xmlns="1119c2e5-8fb9-4d5f-baf1-202c530f2c34" xsi:nil="true"/>
    <VoteCount xmlns="1119c2e5-8fb9-4d5f-baf1-202c530f2c34" xsi:nil="true"/>
    <DSATActionTaken xmlns="1119c2e5-8fb9-4d5f-baf1-202c530f2c34" xsi:nil="true"/>
    <AssetExpire xmlns="1119c2e5-8fb9-4d5f-baf1-202c530f2c34">2100-01-01T00:00:00+00:00</AssetExpire>
    <CSXSubmissionMarket xmlns="1119c2e5-8fb9-4d5f-baf1-202c530f2c34" xsi:nil="true"/>
    <Manager xmlns="1119c2e5-8fb9-4d5f-baf1-202c530f2c34" xsi:nil="true"/>
    <OOCacheId xmlns="1119c2e5-8fb9-4d5f-baf1-202c530f2c34" xsi:nil="true"/>
    <EditorialTags xmlns="1119c2e5-8fb9-4d5f-baf1-202c530f2c34" xsi:nil="true"/>
    <LegacyData xmlns="1119c2e5-8fb9-4d5f-baf1-202c530f2c34" xsi:nil="true"/>
    <Providers xmlns="1119c2e5-8fb9-4d5f-baf1-202c530f2c34" xsi:nil="true"/>
    <TemplateTemplateType xmlns="1119c2e5-8fb9-4d5f-baf1-202c530f2c34">PowerPoint 12 Default</TemplateTemplateType>
    <PolicheckWords xmlns="1119c2e5-8fb9-4d5f-baf1-202c530f2c34" xsi:nil="true"/>
    <FriendlyTitle xmlns="1119c2e5-8fb9-4d5f-baf1-202c530f2c34" xsi:nil="true"/>
    <Downloads xmlns="1119c2e5-8fb9-4d5f-baf1-202c530f2c34">0</Downloads>
    <LocPublishedDependentAssetsLookup xmlns="1119c2e5-8fb9-4d5f-baf1-202c530f2c34" xsi:nil="true"/>
    <FeatureTagsTaxHTField0 xmlns="1119c2e5-8fb9-4d5f-baf1-202c530f2c34">
      <Terms xmlns="http://schemas.microsoft.com/office/infopath/2007/PartnerControls"/>
    </FeatureTagsTaxHTField0>
    <TaxCatchAll xmlns="1119c2e5-8fb9-4d5f-baf1-202c530f2c34"/>
    <LocComments xmlns="1119c2e5-8fb9-4d5f-baf1-202c530f2c34" xsi:nil="true"/>
    <LocProcessedForMarketsLookup xmlns="1119c2e5-8fb9-4d5f-baf1-202c530f2c34" xsi:nil="true"/>
    <RecommendationsModifier xmlns="1119c2e5-8fb9-4d5f-baf1-202c530f2c34" xsi:nil="true"/>
    <LocOverallHandbackStatusLookup xmlns="1119c2e5-8fb9-4d5f-baf1-202c530f2c34" xsi:nil="true"/>
    <LocNewPublishedVersionLookup xmlns="1119c2e5-8fb9-4d5f-baf1-202c530f2c34" xsi:nil="true"/>
    <BlockPublish xmlns="1119c2e5-8fb9-4d5f-baf1-202c530f2c34" xsi:nil="true"/>
    <ScenarioTagsTaxHTField0 xmlns="1119c2e5-8fb9-4d5f-baf1-202c530f2c34">
      <Terms xmlns="http://schemas.microsoft.com/office/infopath/2007/PartnerControls"/>
    </ScenarioTagsTaxHTField0>
    <LocOverallLocStatusLookup xmlns="1119c2e5-8fb9-4d5f-baf1-202c530f2c34" xsi:nil="true"/>
    <LocOverallPreviewStatusLookup xmlns="1119c2e5-8fb9-4d5f-baf1-202c530f2c34" xsi:nil="true"/>
    <LocManualTestRequired xmlns="1119c2e5-8fb9-4d5f-baf1-202c530f2c34" xsi:nil="true"/>
    <LocOverallPublishStatusLookup xmlns="1119c2e5-8fb9-4d5f-baf1-202c530f2c34" xsi:nil="true"/>
    <LocPublishedLinkedAssetsLookup xmlns="1119c2e5-8fb9-4d5f-baf1-202c530f2c34" xsi:nil="true"/>
    <InternalTagsTaxHTField0 xmlns="1119c2e5-8fb9-4d5f-baf1-202c530f2c34">
      <Terms xmlns="http://schemas.microsoft.com/office/infopath/2007/PartnerControls"/>
    </InternalTagsTaxHTField0>
    <LocProcessedForHandoffsLookup xmlns="1119c2e5-8fb9-4d5f-baf1-202c530f2c34" xsi:nil="true"/>
    <LocalizationTagsTaxHTField0 xmlns="1119c2e5-8fb9-4d5f-baf1-202c530f2c34">
      <Terms xmlns="http://schemas.microsoft.com/office/infopath/2007/PartnerControls"/>
    </LocalizationTagsTaxHTField0>
    <CampaignTagsTaxHTField0 xmlns="1119c2e5-8fb9-4d5f-baf1-202c530f2c34">
      <Terms xmlns="http://schemas.microsoft.com/office/infopath/2007/PartnerControls"/>
    </CampaignTagsTaxHTField0>
    <LocLastLocAttemptVersionLookup xmlns="1119c2e5-8fb9-4d5f-baf1-202c530f2c34">45671</LocLastLocAttemptVersionLookup>
    <LocLastLocAttemptVersionTypeLookup xmlns="1119c2e5-8fb9-4d5f-baf1-202c530f2c34" xsi:nil="true"/>
    <LocRecommendedHandoff xmlns="1119c2e5-8fb9-4d5f-baf1-202c530f2c34" xsi:nil="true"/>
    <OriginalRelease xmlns="1119c2e5-8fb9-4d5f-baf1-202c530f2c34">14</OriginalRelease>
    <LocMarketGroupTiers2 xmlns="1119c2e5-8fb9-4d5f-baf1-202c530f2c3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F6E1CA76AAD4564AAF106FC3CFA868360400186944AA932D8046A3B88E9B37BEBDF5" ma:contentTypeVersion="57" ma:contentTypeDescription="Create a new document." ma:contentTypeScope="" ma:versionID="99516f8994b63f46a279aa564b61ee37">
  <xsd:schema xmlns:xsd="http://www.w3.org/2001/XMLSchema" xmlns:xs="http://www.w3.org/2001/XMLSchema" xmlns:p="http://schemas.microsoft.com/office/2006/metadata/properties" xmlns:ns2="1119c2e5-8fb9-4d5f-baf1-202c530f2c34" targetNamespace="http://schemas.microsoft.com/office/2006/metadata/properties" ma:root="true" ma:fieldsID="4ccc0999b57010467b6aff3ba0e15941" ns2:_="">
    <xsd:import namespace="1119c2e5-8fb9-4d5f-baf1-202c530f2c34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19c2e5-8fb9-4d5f-baf1-202c530f2c34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04032b9e-8ee6-4e89-b9db-4ffff205d025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388FC2BA-F530-4FF7-911A-621CAE6AFBD3}" ma:internalName="CSXSubmissionMarket" ma:readOnly="false" ma:showField="MarketName" ma:web="1119c2e5-8fb9-4d5f-baf1-202c530f2c34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5dcf7547-996b-4a0e-b7d1-0f761d14131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4D83B164-8C00-474C-8363-38E0B8FF22E3}" ma:internalName="InProjectListLookup" ma:readOnly="true" ma:showField="InProjectList" ma:web="1119c2e5-8fb9-4d5f-baf1-202c530f2c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e5aec8e1-0842-4156-acaa-2defcf90540a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4D83B164-8C00-474C-8363-38E0B8FF22E3}" ma:internalName="LastCompleteVersionLookup" ma:readOnly="true" ma:showField="LastCompleteVersion" ma:web="1119c2e5-8fb9-4d5f-baf1-202c530f2c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4D83B164-8C00-474C-8363-38E0B8FF22E3}" ma:internalName="LastPreviewErrorLookup" ma:readOnly="true" ma:showField="LastPreviewError" ma:web="1119c2e5-8fb9-4d5f-baf1-202c530f2c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4D83B164-8C00-474C-8363-38E0B8FF22E3}" ma:internalName="LastPreviewResultLookup" ma:readOnly="true" ma:showField="LastPreviewResult" ma:web="1119c2e5-8fb9-4d5f-baf1-202c530f2c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4D83B164-8C00-474C-8363-38E0B8FF22E3}" ma:internalName="LastPreviewAttemptDateLookup" ma:readOnly="true" ma:showField="LastPreviewAttemptDate" ma:web="1119c2e5-8fb9-4d5f-baf1-202c530f2c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4D83B164-8C00-474C-8363-38E0B8FF22E3}" ma:internalName="LastPreviewedByLookup" ma:readOnly="true" ma:showField="LastPreviewedBy" ma:web="1119c2e5-8fb9-4d5f-baf1-202c530f2c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4D83B164-8C00-474C-8363-38E0B8FF22E3}" ma:internalName="LastPreviewTimeLookup" ma:readOnly="true" ma:showField="LastPreviewTime" ma:web="1119c2e5-8fb9-4d5f-baf1-202c530f2c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4D83B164-8C00-474C-8363-38E0B8FF22E3}" ma:internalName="LastPreviewVersionLookup" ma:readOnly="true" ma:showField="LastPreviewVersion" ma:web="1119c2e5-8fb9-4d5f-baf1-202c530f2c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4D83B164-8C00-474C-8363-38E0B8FF22E3}" ma:internalName="LastPublishErrorLookup" ma:readOnly="true" ma:showField="LastPublishError" ma:web="1119c2e5-8fb9-4d5f-baf1-202c530f2c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4D83B164-8C00-474C-8363-38E0B8FF22E3}" ma:internalName="LastPublishResultLookup" ma:readOnly="true" ma:showField="LastPublishResult" ma:web="1119c2e5-8fb9-4d5f-baf1-202c530f2c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4D83B164-8C00-474C-8363-38E0B8FF22E3}" ma:internalName="LastPublishAttemptDateLookup" ma:readOnly="true" ma:showField="LastPublishAttemptDate" ma:web="1119c2e5-8fb9-4d5f-baf1-202c530f2c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4D83B164-8C00-474C-8363-38E0B8FF22E3}" ma:internalName="LastPublishedByLookup" ma:readOnly="true" ma:showField="LastPublishedBy" ma:web="1119c2e5-8fb9-4d5f-baf1-202c530f2c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4D83B164-8C00-474C-8363-38E0B8FF22E3}" ma:internalName="LastPublishTimeLookup" ma:readOnly="true" ma:showField="LastPublishTime" ma:web="1119c2e5-8fb9-4d5f-baf1-202c530f2c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4D83B164-8C00-474C-8363-38E0B8FF22E3}" ma:internalName="LastPublishVersionLookup" ma:readOnly="true" ma:showField="LastPublishVersion" ma:web="1119c2e5-8fb9-4d5f-baf1-202c530f2c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BC39992D-5589-4A4E-8B38-02E0637E5C25}" ma:internalName="LocLastLocAttemptVersionLookup" ma:readOnly="false" ma:showField="LastLocAttemptVersion" ma:web="1119c2e5-8fb9-4d5f-baf1-202c530f2c34">
      <xsd:simpleType>
        <xsd:restriction base="dms:Lookup"/>
      </xsd:simpleType>
    </xsd:element>
    <xsd:element name="LocLastLocAttemptVersionTypeLookup" ma:index="72" nillable="true" ma:displayName="Loc Last Loc Attempt Version Type" ma:default="" ma:list="{BC39992D-5589-4A4E-8B38-02E0637E5C25}" ma:internalName="LocLastLocAttemptVersionTypeLookup" ma:readOnly="true" ma:showField="LastLocAttemptVersionType" ma:web="1119c2e5-8fb9-4d5f-baf1-202c530f2c34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BC39992D-5589-4A4E-8B38-02E0637E5C25}" ma:internalName="LocNewPublishedVersionLookup" ma:readOnly="true" ma:showField="NewPublishedVersion" ma:web="1119c2e5-8fb9-4d5f-baf1-202c530f2c34">
      <xsd:simpleType>
        <xsd:restriction base="dms:Lookup"/>
      </xsd:simpleType>
    </xsd:element>
    <xsd:element name="LocOverallHandbackStatusLookup" ma:index="76" nillable="true" ma:displayName="Loc Overall Handback Status" ma:default="" ma:list="{BC39992D-5589-4A4E-8B38-02E0637E5C25}" ma:internalName="LocOverallHandbackStatusLookup" ma:readOnly="true" ma:showField="OverallHandbackStatus" ma:web="1119c2e5-8fb9-4d5f-baf1-202c530f2c34">
      <xsd:simpleType>
        <xsd:restriction base="dms:Lookup"/>
      </xsd:simpleType>
    </xsd:element>
    <xsd:element name="LocOverallLocStatusLookup" ma:index="77" nillable="true" ma:displayName="Loc Overall Localize Status" ma:default="" ma:list="{BC39992D-5589-4A4E-8B38-02E0637E5C25}" ma:internalName="LocOverallLocStatusLookup" ma:readOnly="true" ma:showField="OverallLocStatus" ma:web="1119c2e5-8fb9-4d5f-baf1-202c530f2c34">
      <xsd:simpleType>
        <xsd:restriction base="dms:Lookup"/>
      </xsd:simpleType>
    </xsd:element>
    <xsd:element name="LocOverallPreviewStatusLookup" ma:index="78" nillable="true" ma:displayName="Loc Overall Preview Status" ma:default="" ma:list="{BC39992D-5589-4A4E-8B38-02E0637E5C25}" ma:internalName="LocOverallPreviewStatusLookup" ma:readOnly="true" ma:showField="OverallPreviewStatus" ma:web="1119c2e5-8fb9-4d5f-baf1-202c530f2c34">
      <xsd:simpleType>
        <xsd:restriction base="dms:Lookup"/>
      </xsd:simpleType>
    </xsd:element>
    <xsd:element name="LocOverallPublishStatusLookup" ma:index="79" nillable="true" ma:displayName="Loc Overall Publish Status" ma:default="" ma:list="{BC39992D-5589-4A4E-8B38-02E0637E5C25}" ma:internalName="LocOverallPublishStatusLookup" ma:readOnly="true" ma:showField="OverallPublishStatus" ma:web="1119c2e5-8fb9-4d5f-baf1-202c530f2c34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BC39992D-5589-4A4E-8B38-02E0637E5C25}" ma:internalName="LocProcessedForHandoffsLookup" ma:readOnly="true" ma:showField="ProcessedForHandoffs" ma:web="1119c2e5-8fb9-4d5f-baf1-202c530f2c34">
      <xsd:simpleType>
        <xsd:restriction base="dms:Lookup"/>
      </xsd:simpleType>
    </xsd:element>
    <xsd:element name="LocProcessedForMarketsLookup" ma:index="82" nillable="true" ma:displayName="Loc Processed For Markets" ma:default="" ma:list="{BC39992D-5589-4A4E-8B38-02E0637E5C25}" ma:internalName="LocProcessedForMarketsLookup" ma:readOnly="true" ma:showField="ProcessedForMarkets" ma:web="1119c2e5-8fb9-4d5f-baf1-202c530f2c34">
      <xsd:simpleType>
        <xsd:restriction base="dms:Lookup"/>
      </xsd:simpleType>
    </xsd:element>
    <xsd:element name="LocPublishedDependentAssetsLookup" ma:index="83" nillable="true" ma:displayName="Loc Published Dependent Assets" ma:default="" ma:list="{BC39992D-5589-4A4E-8B38-02E0637E5C25}" ma:internalName="LocPublishedDependentAssetsLookup" ma:readOnly="true" ma:showField="PublishedDependentAssets" ma:web="1119c2e5-8fb9-4d5f-baf1-202c530f2c34">
      <xsd:simpleType>
        <xsd:restriction base="dms:Lookup"/>
      </xsd:simpleType>
    </xsd:element>
    <xsd:element name="LocPublishedLinkedAssetsLookup" ma:index="84" nillable="true" ma:displayName="Loc Published Linked Assets" ma:default="" ma:list="{BC39992D-5589-4A4E-8B38-02E0637E5C25}" ma:internalName="LocPublishedLinkedAssetsLookup" ma:readOnly="true" ma:showField="PublishedLinkedAssets" ma:web="1119c2e5-8fb9-4d5f-baf1-202c530f2c34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28ca5b26-415b-4822-b35b-d9a845b1b83b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388FC2BA-F530-4FF7-911A-621CAE6AFBD3}" ma:internalName="Markets" ma:readOnly="false" ma:showField="MarketName" ma:web="1119c2e5-8fb9-4d5f-baf1-202c530f2c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4D83B164-8C00-474C-8363-38E0B8FF22E3}" ma:internalName="NumOfRatingsLookup" ma:readOnly="true" ma:showField="NumOfRatings" ma:web="1119c2e5-8fb9-4d5f-baf1-202c530f2c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4D83B164-8C00-474C-8363-38E0B8FF22E3}" ma:internalName="PublishStatusLookup" ma:readOnly="false" ma:showField="PublishStatus" ma:web="1119c2e5-8fb9-4d5f-baf1-202c530f2c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1c8e7b99-44ca-46c8-84b8-12cd8d7cf8ee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c59171da-55f1-4c8b-8421-0d1d3f99d741}" ma:internalName="TaxCatchAll" ma:showField="CatchAllData" ma:web="1119c2e5-8fb9-4d5f-baf1-202c530f2c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c59171da-55f1-4c8b-8421-0d1d3f99d741}" ma:internalName="TaxCatchAllLabel" ma:readOnly="true" ma:showField="CatchAllDataLabel" ma:web="1119c2e5-8fb9-4d5f-baf1-202c530f2c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4D82C98-383C-4293-9AEF-23951A9E7631}">
  <ds:schemaRefs>
    <ds:schemaRef ds:uri="http://schemas.microsoft.com/office/2006/metadata/properties"/>
    <ds:schemaRef ds:uri="http://schemas.microsoft.com/office/infopath/2007/PartnerControls"/>
    <ds:schemaRef ds:uri="1119c2e5-8fb9-4d5f-baf1-202c530f2c34"/>
  </ds:schemaRefs>
</ds:datastoreItem>
</file>

<file path=customXml/itemProps2.xml><?xml version="1.0" encoding="utf-8"?>
<ds:datastoreItem xmlns:ds="http://schemas.openxmlformats.org/officeDocument/2006/customXml" ds:itemID="{30FF8C01-EB87-498A-84AE-B1C8ECF9ED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19c2e5-8fb9-4d5f-baf1-202c530f2c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2BACF09-651F-48A7-BE6E-77B3AD6D855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野菜のデザイン テンプレート</Template>
  <TotalTime>146</TotalTime>
  <Words>389</Words>
  <Application>Microsoft Office PowerPoint</Application>
  <PresentationFormat>画面に合わせる (4:3)</PresentationFormat>
  <Paragraphs>46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HGP創英ﾌﾟﾚｾﾞﾝｽEB</vt:lpstr>
      <vt:lpstr>Arial</vt:lpstr>
      <vt:lpstr>Helvetica</vt:lpstr>
      <vt:lpstr>栄養学のプレゼンテーション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山本 光子</dc:creator>
  <cp:lastModifiedBy>山本 光子</cp:lastModifiedBy>
  <cp:revision>1</cp:revision>
  <dcterms:created xsi:type="dcterms:W3CDTF">2023-09-11T06:22:00Z</dcterms:created>
  <dcterms:modified xsi:type="dcterms:W3CDTF">2023-09-11T08:48:47Z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0x010100F6E1CA76AAD4564AAF106FC3CFA868360400186944AA932D8046A3B88E9B37BEBDF5</vt:lpwstr>
  </property>
  <property fmtid="{D5CDD505-2E9C-101B-9397-08002B2CF9AE}" pid="3" name="ImageGenCounter">
    <vt:lpwstr>0</vt:lpwstr>
  </property>
  <property fmtid="{D5CDD505-2E9C-101B-9397-08002B2CF9AE}" pid="4" name="ViolationReportStatus">
    <vt:lpwstr>None</vt:lpwstr>
  </property>
  <property fmtid="{D5CDD505-2E9C-101B-9397-08002B2CF9AE}" pid="5" name="ImageGenStatus">
    <vt:lpwstr>0</vt:lpwstr>
  </property>
  <property fmtid="{D5CDD505-2E9C-101B-9397-08002B2CF9AE}" pid="6" name="Applications">
    <vt:lpwstr>1324;#PowerPoint 12;#1665;# Template 12</vt:lpwstr>
  </property>
  <property fmtid="{D5CDD505-2E9C-101B-9397-08002B2CF9AE}" pid="7" name="PolicheckCounter">
    <vt:lpwstr>0</vt:lpwstr>
  </property>
  <property fmtid="{D5CDD505-2E9C-101B-9397-08002B2CF9AE}" pid="8" name="PolicheckStatus">
    <vt:lpwstr>0</vt:lpwstr>
  </property>
  <property fmtid="{D5CDD505-2E9C-101B-9397-08002B2CF9AE}" pid="9" name="APTrustLevel">
    <vt:r8>0</vt:r8>
  </property>
</Properties>
</file>